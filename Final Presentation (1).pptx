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68" d="100"/>
          <a:sy n="68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199441"/>
              </p:ext>
            </p:extLst>
          </p:nvPr>
        </p:nvGraphicFramePr>
        <p:xfrm>
          <a:off x="1696134" y="3086001"/>
          <a:ext cx="6096000" cy="1891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83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836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83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83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83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Monika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Khatkar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869C6B3E-F3DF-4E63-B219-8AF20E227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26107"/>
              </p:ext>
            </p:extLst>
          </p:nvPr>
        </p:nvGraphicFramePr>
        <p:xfrm>
          <a:off x="1670447" y="3086001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1620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35622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48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Harman Jeet Singh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2301010252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8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Tripti</a:t>
                      </a:r>
                      <a:r>
                        <a:rPr lang="en-US" dirty="0"/>
                        <a:t> Khandelwal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2301010278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00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Aman </a:t>
                      </a:r>
                      <a:r>
                        <a:rPr lang="en-US" dirty="0" err="1"/>
                        <a:t>Kaswan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2301010277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Rizpah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Patole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2301010219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78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Khushi Swarna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2301010228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3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54D5AEF-1A58-4003-ADB7-2593D5115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7" y="1446168"/>
            <a:ext cx="8784976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smart study companion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improves focus and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study patterns and cognitive state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give personalized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scheduling, reminders, and time management 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analytics and performance dashboard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burnout and academic stress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balanced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-312146" y="128002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F93A2-CAA9-4119-A74A-B7A8505D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26" y="1232289"/>
            <a:ext cx="748883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students stay focused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avoid distractions while studying.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personalized study plan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each student’s learning style and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stress and burnout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suggesting timely breaks and balanced schedules.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progress and show improvement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students stay motivated.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studying smarter and easier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harder, through AI support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3256B-CABA-4A09-A0DA-D2DE226E7597}"/>
              </a:ext>
            </a:extLst>
          </p:cNvPr>
          <p:cNvSpPr txBox="1"/>
          <p:nvPr/>
        </p:nvSpPr>
        <p:spPr>
          <a:xfrm>
            <a:off x="333422" y="1127353"/>
            <a:ext cx="841504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0000"/>
                </a:solidFill>
              </a:rPr>
              <a:t>Mood &amp; Energy Check-ins</a:t>
            </a:r>
            <a:r>
              <a:rPr lang="en-US" sz="2200" u="sng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– students can quickly log how they feel before studying so the system adjusts suggestions accordingly.</a:t>
            </a:r>
          </a:p>
          <a:p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0000"/>
                </a:solidFill>
              </a:rPr>
              <a:t>Break &amp; Revision Nudges</a:t>
            </a:r>
            <a:r>
              <a:rPr lang="en-US" sz="2200" u="sng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– reminds when it’s the right time to pause or quickly revise instead of over-studying.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0000"/>
                </a:solidFill>
              </a:rPr>
              <a:t>Goal Setting with Small Milestones</a:t>
            </a:r>
            <a:r>
              <a:rPr lang="en-US" sz="2200" u="sng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– allows students to set daily or weekly mini-targets that feel achievable.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0000"/>
                </a:solidFill>
              </a:rPr>
              <a:t>Simple Visual Reports</a:t>
            </a:r>
            <a:r>
              <a:rPr lang="en-US" sz="2200" u="sng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– uses easy graphs and colors so students can understand their study habits at a glance without confusion.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0000"/>
                </a:solidFill>
              </a:rPr>
              <a:t>Custom Study Modes</a:t>
            </a:r>
            <a:r>
              <a:rPr lang="en-US" sz="2200" u="sng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– options like “Deep Focus,” “Quick Revision,” or “Light Study” depending on the day’s energy level.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208606" y="425932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4D919A-B040-49AB-9FF1-EF72EFB7D4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3"/>
          <a:stretch/>
        </p:blipFill>
        <p:spPr>
          <a:xfrm>
            <a:off x="34167" y="1528012"/>
            <a:ext cx="4177794" cy="4687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E35182-4E7E-413D-B02E-55E2692403A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5" t="8192" r="23962" b="5110"/>
          <a:stretch/>
        </p:blipFill>
        <p:spPr>
          <a:xfrm>
            <a:off x="4386400" y="1490452"/>
            <a:ext cx="4177794" cy="5165551"/>
          </a:xfrm>
          <a:prstGeom prst="rect">
            <a:avLst/>
          </a:prstGeom>
        </p:spPr>
      </p:pic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597506D8-6752-475C-80B5-E02422D8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61291"/>
              </p:ext>
            </p:extLst>
          </p:nvPr>
        </p:nvGraphicFramePr>
        <p:xfrm>
          <a:off x="4781169" y="1131773"/>
          <a:ext cx="352562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622">
                  <a:extLst>
                    <a:ext uri="{9D8B030D-6E8A-4147-A177-3AD203B41FA5}">
                      <a16:colId xmlns:a16="http://schemas.microsoft.com/office/drawing/2014/main" val="488432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Project Scope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933923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D29EE3C3-CD89-44D9-A39A-E2093C8E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03603"/>
              </p:ext>
            </p:extLst>
          </p:nvPr>
        </p:nvGraphicFramePr>
        <p:xfrm>
          <a:off x="122652" y="1200131"/>
          <a:ext cx="397172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726">
                  <a:extLst>
                    <a:ext uri="{9D8B030D-6E8A-4147-A177-3AD203B41FA5}">
                      <a16:colId xmlns:a16="http://schemas.microsoft.com/office/drawing/2014/main" val="4021192347"/>
                    </a:ext>
                  </a:extLst>
                </a:gridCol>
              </a:tblGrid>
              <a:tr h="3727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Project Use-cases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09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7E836-56C0-4233-A416-7EE5BC431733}"/>
              </a:ext>
            </a:extLst>
          </p:cNvPr>
          <p:cNvSpPr txBox="1"/>
          <p:nvPr/>
        </p:nvSpPr>
        <p:spPr>
          <a:xfrm>
            <a:off x="1277888" y="1177642"/>
            <a:ext cx="619268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pPr algn="ctr"/>
            <a:r>
              <a:rPr lang="en-IN" sz="2200" b="1" dirty="0"/>
              <a:t>User Login / Sign Up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User Sets Study Goals &amp; Subjects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System Analyse Study Time &amp; Focus Inputs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AI Generates Study Plan &amp; Reminders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User Studies with Timer &amp; Break Suggestions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Progress Tracking &amp; Analytics Dashboard</a:t>
            </a:r>
            <a:br>
              <a:rPr lang="en-IN" sz="2200" dirty="0"/>
            </a:br>
            <a:r>
              <a:rPr lang="en-IN" sz="2200" dirty="0"/>
              <a:t>⬇</a:t>
            </a:r>
            <a:br>
              <a:rPr lang="en-IN" sz="2200" dirty="0"/>
            </a:br>
            <a:r>
              <a:rPr lang="en-IN" sz="2200" b="1" dirty="0"/>
              <a:t>Feedback &amp; Plan Adjustment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485AD-1049-47C9-88B8-C26BBF2E538A}"/>
              </a:ext>
            </a:extLst>
          </p:cNvPr>
          <p:cNvSpPr txBox="1"/>
          <p:nvPr/>
        </p:nvSpPr>
        <p:spPr>
          <a:xfrm>
            <a:off x="200204" y="1173237"/>
            <a:ext cx="84762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Data Sources</a:t>
            </a:r>
            <a:endParaRPr lang="en-IN" sz="2400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User study inputs (subjects, goals, study hours, focus level)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System-generated data (progress, productivity scores, patterns)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Sample academic schedules for testing/demo</a:t>
            </a:r>
          </a:p>
          <a:p>
            <a:r>
              <a:rPr lang="en-IN" sz="2400" b="1" u="sng" dirty="0">
                <a:solidFill>
                  <a:srgbClr val="FF0000"/>
                </a:solidFill>
              </a:rPr>
              <a:t>Database</a:t>
            </a:r>
            <a:endParaRPr lang="en-IN" sz="2400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MySQL for storing user profiles and study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Cloud storage for real-time sync and backup</a:t>
            </a:r>
          </a:p>
          <a:p>
            <a:r>
              <a:rPr lang="en-IN" sz="2400" b="1" u="sng" dirty="0">
                <a:solidFill>
                  <a:srgbClr val="FF0000"/>
                </a:solidFill>
              </a:rPr>
              <a:t>Software &amp; Tools</a:t>
            </a:r>
            <a:endParaRPr lang="en-IN" sz="2400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HTML, CSS, JavaScript / React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Node.js / Python (Flask/Django)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VS Code, GitHub, Google Calendar API, Figma/Canva</a:t>
            </a:r>
          </a:p>
          <a:p>
            <a:r>
              <a:rPr lang="en-IN" sz="2400" b="1" u="sng" dirty="0">
                <a:solidFill>
                  <a:srgbClr val="FF0000"/>
                </a:solidFill>
              </a:rPr>
              <a:t>Hardware</a:t>
            </a:r>
            <a:endParaRPr lang="en-IN" sz="2400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Laptop/PC, Smartphone (testing), 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68910" y="991245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5FC761-4A54-4305-A708-1BE55DD7E8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4" b="18816"/>
          <a:stretch/>
        </p:blipFill>
        <p:spPr>
          <a:xfrm>
            <a:off x="1050113" y="1177643"/>
            <a:ext cx="6891580" cy="49539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918B6-20A2-4424-B306-1ED658369F66}"/>
              </a:ext>
            </a:extLst>
          </p:cNvPr>
          <p:cNvSpPr txBox="1"/>
          <p:nvPr/>
        </p:nvSpPr>
        <p:spPr>
          <a:xfrm>
            <a:off x="62702" y="1248114"/>
            <a:ext cx="100446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Expected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Students will be able to </a:t>
            </a:r>
            <a:r>
              <a:rPr lang="en-US" sz="2000" b="1" dirty="0"/>
              <a:t>organize daily study schedules</a:t>
            </a:r>
            <a:r>
              <a:rPr lang="en-US" sz="2000" dirty="0"/>
              <a:t> more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Improved </a:t>
            </a:r>
            <a:r>
              <a:rPr lang="en-US" sz="2000" b="1" dirty="0"/>
              <a:t>focus and time management</a:t>
            </a:r>
            <a:r>
              <a:rPr lang="en-US" sz="2000" dirty="0"/>
              <a:t> through timers and reminders.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Clear </a:t>
            </a:r>
            <a:r>
              <a:rPr lang="en-US" sz="2000" b="1" dirty="0"/>
              <a:t>visual progress tracking</a:t>
            </a:r>
            <a:r>
              <a:rPr lang="en-US" sz="2000" dirty="0"/>
              <a:t> using simple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Reduction in </a:t>
            </a:r>
            <a:r>
              <a:rPr lang="en-US" sz="2000" b="1" dirty="0"/>
              <a:t>last-minute exam stress</a:t>
            </a:r>
            <a:r>
              <a:rPr lang="en-US" sz="2000" dirty="0"/>
              <a:t> due to planned revisions.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User-friendly interface that is </a:t>
            </a:r>
            <a:r>
              <a:rPr lang="en-US" sz="2000" b="1" dirty="0"/>
              <a:t>easy for students to adopt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Encourages </a:t>
            </a:r>
            <a:r>
              <a:rPr lang="en-US" sz="2000" b="1" dirty="0"/>
              <a:t>consistent study habits</a:t>
            </a:r>
            <a:r>
              <a:rPr lang="en-US" sz="2000" dirty="0"/>
              <a:t> among students.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Helps in </a:t>
            </a:r>
            <a:r>
              <a:rPr lang="en-US" sz="2000" b="1" dirty="0"/>
              <a:t>balancing academics and personal time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Demonstrates practical use of </a:t>
            </a:r>
            <a:r>
              <a:rPr lang="en-US" sz="2000" b="1" dirty="0"/>
              <a:t>AI and productivity tools</a:t>
            </a:r>
            <a:r>
              <a:rPr lang="en-US" sz="2000" dirty="0"/>
              <a:t> in education.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Provides a </a:t>
            </a:r>
            <a:r>
              <a:rPr lang="en-US" sz="2000" b="1" dirty="0"/>
              <a:t>scalable base</a:t>
            </a:r>
            <a:r>
              <a:rPr lang="en-US" sz="2000" dirty="0"/>
              <a:t> that can be expanded into a full learning platform in future.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Enhances </a:t>
            </a:r>
            <a:r>
              <a:rPr lang="en-US" sz="2000" b="1" dirty="0"/>
              <a:t>technical and problem-solving skills</a:t>
            </a:r>
            <a:r>
              <a:rPr lang="en-US" sz="2000" dirty="0"/>
              <a:t> of the developer (student)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5" descr="A screenshot of a white and grey table&#10;&#10;AI-generated content may be incorrect.">
            <a:extLst>
              <a:ext uri="{FF2B5EF4-FFF2-40B4-BE49-F238E27FC236}">
                <a16:creationId xmlns:a16="http://schemas.microsoft.com/office/drawing/2014/main" id="{F4145ABC-689B-BCA3-5B39-DF60621FB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6" y="1239149"/>
            <a:ext cx="8912208" cy="473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7608</TotalTime>
  <Words>625</Words>
  <Application>Microsoft Office PowerPoint</Application>
  <PresentationFormat>On-screen Show (4:3)</PresentationFormat>
  <Paragraphs>115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Harman Singh</cp:lastModifiedBy>
  <cp:revision>310</cp:revision>
  <cp:lastPrinted>2022-09-05T08:43:44Z</cp:lastPrinted>
  <dcterms:created xsi:type="dcterms:W3CDTF">2020-01-16T09:05:56Z</dcterms:created>
  <dcterms:modified xsi:type="dcterms:W3CDTF">2026-02-01T13:50:33Z</dcterms:modified>
</cp:coreProperties>
</file>